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Fredoka" charset="1" panose="02000000000000000000"/>
      <p:regular r:id="rId20"/>
    </p:embeddedFont>
    <p:embeddedFont>
      <p:font typeface="KG Primary Penmanship" charset="1" panose="02000506000000020003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341" y="2916379"/>
            <a:ext cx="11820351" cy="400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0"/>
              </a:lnSpc>
            </a:pPr>
            <a:r>
              <a:rPr lang="en-US" sz="23386">
                <a:solidFill>
                  <a:srgbClr val="F26628"/>
                </a:solidFill>
                <a:latin typeface="Fredoka"/>
                <a:ea typeface="Fredoka"/>
                <a:cs typeface="Fredoka"/>
                <a:sym typeface="Fredoka"/>
              </a:rPr>
              <a:t>Flaggen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222022" y="-774223"/>
            <a:ext cx="11976227" cy="11976227"/>
          </a:xfrm>
          <a:custGeom>
            <a:avLst/>
            <a:gdLst/>
            <a:ahLst/>
            <a:cxnLst/>
            <a:rect r="r" b="b" t="t" l="l"/>
            <a:pathLst>
              <a:path h="11976227" w="11976227">
                <a:moveTo>
                  <a:pt x="0" y="0"/>
                </a:moveTo>
                <a:lnTo>
                  <a:pt x="11976226" y="0"/>
                </a:lnTo>
                <a:lnTo>
                  <a:pt x="11976226" y="11976227"/>
                </a:lnTo>
                <a:lnTo>
                  <a:pt x="0" y="11976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46433" y="414783"/>
            <a:ext cx="4197805" cy="4213125"/>
          </a:xfrm>
          <a:custGeom>
            <a:avLst/>
            <a:gdLst/>
            <a:ahLst/>
            <a:cxnLst/>
            <a:rect r="r" b="b" t="t" l="l"/>
            <a:pathLst>
              <a:path h="4213125" w="4197805">
                <a:moveTo>
                  <a:pt x="0" y="0"/>
                </a:moveTo>
                <a:lnTo>
                  <a:pt x="4197805" y="0"/>
                </a:lnTo>
                <a:lnTo>
                  <a:pt x="4197805" y="4213126"/>
                </a:lnTo>
                <a:lnTo>
                  <a:pt x="0" y="421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1883" y="1745655"/>
            <a:ext cx="10930144" cy="189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70"/>
              </a:lnSpc>
            </a:pPr>
            <a:r>
              <a:rPr lang="en-US" sz="11121">
                <a:solidFill>
                  <a:srgbClr val="F16728"/>
                </a:solidFill>
                <a:latin typeface="Fredoka"/>
                <a:ea typeface="Fredoka"/>
                <a:cs typeface="Fredoka"/>
                <a:sym typeface="Fredoka"/>
              </a:rPr>
              <a:t>Spaß mit</a:t>
            </a:r>
          </a:p>
        </p:txBody>
      </p:sp>
      <p:sp>
        <p:nvSpPr>
          <p:cNvPr name="TextBox 6" id="6"/>
          <p:cNvSpPr txBox="true"/>
          <p:nvPr/>
        </p:nvSpPr>
        <p:spPr>
          <a:xfrm rot="-818524">
            <a:off x="8538377" y="996941"/>
            <a:ext cx="4875701" cy="80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6"/>
              </a:lnSpc>
              <a:spcBef>
                <a:spcPct val="0"/>
              </a:spcBef>
            </a:pPr>
            <a:r>
              <a:rPr lang="en-US" sz="543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5030">
            <a:off x="366872" y="6415323"/>
            <a:ext cx="6484380" cy="6484380"/>
          </a:xfrm>
          <a:custGeom>
            <a:avLst/>
            <a:gdLst/>
            <a:ahLst/>
            <a:cxnLst/>
            <a:rect r="r" b="b" t="t" l="l"/>
            <a:pathLst>
              <a:path h="6484380" w="6484380">
                <a:moveTo>
                  <a:pt x="0" y="0"/>
                </a:moveTo>
                <a:lnTo>
                  <a:pt x="6484381" y="0"/>
                </a:lnTo>
                <a:lnTo>
                  <a:pt x="6484381" y="6484381"/>
                </a:lnTo>
                <a:lnTo>
                  <a:pt x="0" y="648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9114" y="585786"/>
            <a:ext cx="336165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Gliederung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817794"/>
            <a:ext cx="5646539" cy="334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System Kontext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Testkonzept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Statische Code Analyse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Backend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Frontend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5030">
            <a:off x="366872" y="6415323"/>
            <a:ext cx="6484380" cy="6484380"/>
          </a:xfrm>
          <a:custGeom>
            <a:avLst/>
            <a:gdLst/>
            <a:ahLst/>
            <a:cxnLst/>
            <a:rect r="r" b="b" t="t" l="l"/>
            <a:pathLst>
              <a:path h="6484380" w="6484380">
                <a:moveTo>
                  <a:pt x="0" y="0"/>
                </a:moveTo>
                <a:lnTo>
                  <a:pt x="6484381" y="0"/>
                </a:lnTo>
                <a:lnTo>
                  <a:pt x="6484381" y="6484381"/>
                </a:lnTo>
                <a:lnTo>
                  <a:pt x="0" y="648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59101" y="2929328"/>
            <a:ext cx="13169798" cy="4428345"/>
          </a:xfrm>
          <a:custGeom>
            <a:avLst/>
            <a:gdLst/>
            <a:ahLst/>
            <a:cxnLst/>
            <a:rect r="r" b="b" t="t" l="l"/>
            <a:pathLst>
              <a:path h="4428345" w="13169798">
                <a:moveTo>
                  <a:pt x="0" y="0"/>
                </a:moveTo>
                <a:lnTo>
                  <a:pt x="13169798" y="0"/>
                </a:lnTo>
                <a:lnTo>
                  <a:pt x="13169798" y="4428344"/>
                </a:lnTo>
                <a:lnTo>
                  <a:pt x="0" y="44283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254000" y="320240"/>
            <a:ext cx="3899884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System Context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5030">
            <a:off x="366872" y="6415323"/>
            <a:ext cx="6484380" cy="6484380"/>
          </a:xfrm>
          <a:custGeom>
            <a:avLst/>
            <a:gdLst/>
            <a:ahLst/>
            <a:cxnLst/>
            <a:rect r="r" b="b" t="t" l="l"/>
            <a:pathLst>
              <a:path h="6484380" w="6484380">
                <a:moveTo>
                  <a:pt x="0" y="0"/>
                </a:moveTo>
                <a:lnTo>
                  <a:pt x="6484381" y="0"/>
                </a:lnTo>
                <a:lnTo>
                  <a:pt x="6484381" y="6484381"/>
                </a:lnTo>
                <a:lnTo>
                  <a:pt x="0" y="648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9104" y="2020055"/>
            <a:ext cx="15329793" cy="6246890"/>
          </a:xfrm>
          <a:custGeom>
            <a:avLst/>
            <a:gdLst/>
            <a:ahLst/>
            <a:cxnLst/>
            <a:rect r="r" b="b" t="t" l="l"/>
            <a:pathLst>
              <a:path h="6246890" w="15329793">
                <a:moveTo>
                  <a:pt x="0" y="0"/>
                </a:moveTo>
                <a:lnTo>
                  <a:pt x="15329792" y="0"/>
                </a:lnTo>
                <a:lnTo>
                  <a:pt x="15329792" y="6246890"/>
                </a:lnTo>
                <a:lnTo>
                  <a:pt x="0" y="62468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37289" y="554037"/>
            <a:ext cx="564324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Technical Context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5030">
            <a:off x="366872" y="6415323"/>
            <a:ext cx="6484380" cy="6484380"/>
          </a:xfrm>
          <a:custGeom>
            <a:avLst/>
            <a:gdLst/>
            <a:ahLst/>
            <a:cxnLst/>
            <a:rect r="r" b="b" t="t" l="l"/>
            <a:pathLst>
              <a:path h="6484380" w="6484380">
                <a:moveTo>
                  <a:pt x="0" y="0"/>
                </a:moveTo>
                <a:lnTo>
                  <a:pt x="6484381" y="0"/>
                </a:lnTo>
                <a:lnTo>
                  <a:pt x="6484381" y="6484381"/>
                </a:lnTo>
                <a:lnTo>
                  <a:pt x="0" y="648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33616" y="1408113"/>
            <a:ext cx="14620768" cy="8114526"/>
          </a:xfrm>
          <a:custGeom>
            <a:avLst/>
            <a:gdLst/>
            <a:ahLst/>
            <a:cxnLst/>
            <a:rect r="r" b="b" t="t" l="l"/>
            <a:pathLst>
              <a:path h="8114526" w="14620768">
                <a:moveTo>
                  <a:pt x="0" y="0"/>
                </a:moveTo>
                <a:lnTo>
                  <a:pt x="14620768" y="0"/>
                </a:lnTo>
                <a:lnTo>
                  <a:pt x="14620768" y="8114526"/>
                </a:lnTo>
                <a:lnTo>
                  <a:pt x="0" y="8114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37289" y="554037"/>
            <a:ext cx="564324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Deployment 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4000" y="1741213"/>
            <a:ext cx="15240000" cy="8131813"/>
            <a:chOff x="0" y="0"/>
            <a:chExt cx="4013827" cy="21417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13827" cy="2141712"/>
            </a:xfrm>
            <a:custGeom>
              <a:avLst/>
              <a:gdLst/>
              <a:ahLst/>
              <a:cxnLst/>
              <a:rect r="r" b="b" t="t" l="l"/>
              <a:pathLst>
                <a:path h="2141712" w="4013827">
                  <a:moveTo>
                    <a:pt x="25908" y="0"/>
                  </a:moveTo>
                  <a:lnTo>
                    <a:pt x="3987919" y="0"/>
                  </a:lnTo>
                  <a:cubicBezTo>
                    <a:pt x="4002228" y="0"/>
                    <a:pt x="4013827" y="11599"/>
                    <a:pt x="4013827" y="25908"/>
                  </a:cubicBezTo>
                  <a:lnTo>
                    <a:pt x="4013827" y="2115804"/>
                  </a:lnTo>
                  <a:cubicBezTo>
                    <a:pt x="4013827" y="2122675"/>
                    <a:pt x="4011097" y="2129265"/>
                    <a:pt x="4006239" y="2134124"/>
                  </a:cubicBezTo>
                  <a:cubicBezTo>
                    <a:pt x="4001380" y="2138983"/>
                    <a:pt x="3994790" y="2141712"/>
                    <a:pt x="3987919" y="2141712"/>
                  </a:cubicBezTo>
                  <a:lnTo>
                    <a:pt x="25908" y="2141712"/>
                  </a:lnTo>
                  <a:cubicBezTo>
                    <a:pt x="11599" y="2141712"/>
                    <a:pt x="0" y="2130113"/>
                    <a:pt x="0" y="2115804"/>
                  </a:cubicBezTo>
                  <a:lnTo>
                    <a:pt x="0" y="25908"/>
                  </a:lnTo>
                  <a:cubicBezTo>
                    <a:pt x="0" y="11599"/>
                    <a:pt x="11599" y="0"/>
                    <a:pt x="2590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013827" cy="2189337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CI/CD-Pipeline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81500" y="3030198"/>
            <a:ext cx="9525000" cy="2113302"/>
            <a:chOff x="0" y="0"/>
            <a:chExt cx="2508642" cy="5565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08642" cy="556590"/>
            </a:xfrm>
            <a:custGeom>
              <a:avLst/>
              <a:gdLst/>
              <a:ahLst/>
              <a:cxnLst/>
              <a:rect r="r" b="b" t="t" l="l"/>
              <a:pathLst>
                <a:path h="556590" w="2508642">
                  <a:moveTo>
                    <a:pt x="41453" y="0"/>
                  </a:moveTo>
                  <a:lnTo>
                    <a:pt x="2467189" y="0"/>
                  </a:lnTo>
                  <a:cubicBezTo>
                    <a:pt x="2490083" y="0"/>
                    <a:pt x="2508642" y="18559"/>
                    <a:pt x="2508642" y="41453"/>
                  </a:cubicBezTo>
                  <a:lnTo>
                    <a:pt x="2508642" y="515137"/>
                  </a:lnTo>
                  <a:cubicBezTo>
                    <a:pt x="2508642" y="526131"/>
                    <a:pt x="2504275" y="536675"/>
                    <a:pt x="2496501" y="544449"/>
                  </a:cubicBezTo>
                  <a:cubicBezTo>
                    <a:pt x="2488727" y="552223"/>
                    <a:pt x="2478183" y="556590"/>
                    <a:pt x="2467189" y="556590"/>
                  </a:cubicBezTo>
                  <a:lnTo>
                    <a:pt x="41453" y="556590"/>
                  </a:lnTo>
                  <a:cubicBezTo>
                    <a:pt x="18559" y="556590"/>
                    <a:pt x="0" y="538031"/>
                    <a:pt x="0" y="515137"/>
                  </a:cubicBezTo>
                  <a:lnTo>
                    <a:pt x="0" y="41453"/>
                  </a:lnTo>
                  <a:cubicBezTo>
                    <a:pt x="0" y="18559"/>
                    <a:pt x="18559" y="0"/>
                    <a:pt x="4145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08642" cy="604215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E2E-Tests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0361" y="585786"/>
            <a:ext cx="472970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Testkonzept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476500" y="5429250"/>
            <a:ext cx="13335000" cy="3810000"/>
            <a:chOff x="0" y="0"/>
            <a:chExt cx="17780000" cy="5080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780000" cy="5080000"/>
              <a:chOff x="0" y="0"/>
              <a:chExt cx="3512099" cy="100345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512099" cy="1003457"/>
              </a:xfrm>
              <a:custGeom>
                <a:avLst/>
                <a:gdLst/>
                <a:ahLst/>
                <a:cxnLst/>
                <a:rect r="r" b="b" t="t" l="l"/>
                <a:pathLst>
                  <a:path h="1003457" w="3512099">
                    <a:moveTo>
                      <a:pt x="29609" y="0"/>
                    </a:moveTo>
                    <a:lnTo>
                      <a:pt x="3482490" y="0"/>
                    </a:lnTo>
                    <a:cubicBezTo>
                      <a:pt x="3490342" y="0"/>
                      <a:pt x="3497874" y="3120"/>
                      <a:pt x="3503426" y="8672"/>
                    </a:cubicBezTo>
                    <a:cubicBezTo>
                      <a:pt x="3508979" y="14225"/>
                      <a:pt x="3512099" y="21756"/>
                      <a:pt x="3512099" y="29609"/>
                    </a:cubicBezTo>
                    <a:lnTo>
                      <a:pt x="3512099" y="973848"/>
                    </a:lnTo>
                    <a:cubicBezTo>
                      <a:pt x="3512099" y="981700"/>
                      <a:pt x="3508979" y="989232"/>
                      <a:pt x="3503426" y="994784"/>
                    </a:cubicBezTo>
                    <a:cubicBezTo>
                      <a:pt x="3497874" y="1000337"/>
                      <a:pt x="3490342" y="1003457"/>
                      <a:pt x="3482490" y="1003457"/>
                    </a:cubicBezTo>
                    <a:lnTo>
                      <a:pt x="29609" y="1003457"/>
                    </a:lnTo>
                    <a:cubicBezTo>
                      <a:pt x="21756" y="1003457"/>
                      <a:pt x="14225" y="1000337"/>
                      <a:pt x="8672" y="994784"/>
                    </a:cubicBezTo>
                    <a:cubicBezTo>
                      <a:pt x="3120" y="989232"/>
                      <a:pt x="0" y="981700"/>
                      <a:pt x="0" y="973848"/>
                    </a:cubicBezTo>
                    <a:lnTo>
                      <a:pt x="0" y="29609"/>
                    </a:lnTo>
                    <a:cubicBezTo>
                      <a:pt x="0" y="21756"/>
                      <a:pt x="3120" y="14225"/>
                      <a:pt x="8672" y="8672"/>
                    </a:cubicBezTo>
                    <a:cubicBezTo>
                      <a:pt x="14225" y="3120"/>
                      <a:pt x="21756" y="0"/>
                      <a:pt x="296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512099" cy="1051082"/>
              </a:xfrm>
              <a:prstGeom prst="rect">
                <a:avLst/>
              </a:prstGeom>
            </p:spPr>
            <p:txBody>
              <a:bodyPr anchor="t" rtlCol="false" tIns="127000" lIns="127000" bIns="127000" rIns="127000"/>
              <a:lstStyle/>
              <a:p>
                <a:pPr algn="l">
                  <a:lnSpc>
                    <a:spcPts val="3499"/>
                  </a:lnSpc>
                </a:pPr>
                <a:r>
                  <a:rPr lang="en-US" sz="2499" b="true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Static Code analysis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29903" y="1260358"/>
              <a:ext cx="9525000" cy="3492500"/>
              <a:chOff x="0" y="0"/>
              <a:chExt cx="1881481" cy="68987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81481" cy="689877"/>
              </a:xfrm>
              <a:custGeom>
                <a:avLst/>
                <a:gdLst/>
                <a:ahLst/>
                <a:cxnLst/>
                <a:rect r="r" b="b" t="t" l="l"/>
                <a:pathLst>
                  <a:path h="689877" w="1881481">
                    <a:moveTo>
                      <a:pt x="55270" y="0"/>
                    </a:moveTo>
                    <a:lnTo>
                      <a:pt x="1826211" y="0"/>
                    </a:lnTo>
                    <a:cubicBezTo>
                      <a:pt x="1856736" y="0"/>
                      <a:pt x="1881481" y="24745"/>
                      <a:pt x="1881481" y="55270"/>
                    </a:cubicBezTo>
                    <a:lnTo>
                      <a:pt x="1881481" y="634606"/>
                    </a:lnTo>
                    <a:cubicBezTo>
                      <a:pt x="1881481" y="649265"/>
                      <a:pt x="1875658" y="663323"/>
                      <a:pt x="1865293" y="673688"/>
                    </a:cubicBezTo>
                    <a:cubicBezTo>
                      <a:pt x="1854928" y="684053"/>
                      <a:pt x="1840870" y="689877"/>
                      <a:pt x="1826211" y="689877"/>
                    </a:cubicBezTo>
                    <a:lnTo>
                      <a:pt x="55270" y="689877"/>
                    </a:lnTo>
                    <a:cubicBezTo>
                      <a:pt x="40612" y="689877"/>
                      <a:pt x="26554" y="684053"/>
                      <a:pt x="16188" y="673688"/>
                    </a:cubicBezTo>
                    <a:cubicBezTo>
                      <a:pt x="5823" y="663323"/>
                      <a:pt x="0" y="649265"/>
                      <a:pt x="0" y="634606"/>
                    </a:cubicBezTo>
                    <a:lnTo>
                      <a:pt x="0" y="55270"/>
                    </a:lnTo>
                    <a:cubicBezTo>
                      <a:pt x="0" y="24745"/>
                      <a:pt x="24745" y="0"/>
                      <a:pt x="552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881481" cy="737502"/>
              </a:xfrm>
              <a:prstGeom prst="rect">
                <a:avLst/>
              </a:prstGeom>
            </p:spPr>
            <p:txBody>
              <a:bodyPr anchor="t" rtlCol="false" tIns="127000" lIns="127000" bIns="127000" rIns="127000"/>
              <a:lstStyle/>
              <a:p>
                <a:pPr algn="l">
                  <a:lnSpc>
                    <a:spcPts val="3499"/>
                  </a:lnSpc>
                </a:pPr>
                <a:r>
                  <a:rPr lang="en-US" sz="2499" b="true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Backend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893890" y="2403358"/>
              <a:ext cx="3810000" cy="2109861"/>
              <a:chOff x="0" y="0"/>
              <a:chExt cx="752593" cy="41676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52593" cy="416763"/>
              </a:xfrm>
              <a:custGeom>
                <a:avLst/>
                <a:gdLst/>
                <a:ahLst/>
                <a:cxnLst/>
                <a:rect r="r" b="b" t="t" l="l"/>
                <a:pathLst>
                  <a:path h="416763" w="752593">
                    <a:moveTo>
                      <a:pt x="0" y="0"/>
                    </a:moveTo>
                    <a:lnTo>
                      <a:pt x="752593" y="0"/>
                    </a:lnTo>
                    <a:lnTo>
                      <a:pt x="752593" y="416763"/>
                    </a:lnTo>
                    <a:lnTo>
                      <a:pt x="0" y="416763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52593" cy="464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Architektur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47403" y="3560719"/>
              <a:ext cx="4445000" cy="952500"/>
              <a:chOff x="0" y="0"/>
              <a:chExt cx="878025" cy="18814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8025" cy="188148"/>
              </a:xfrm>
              <a:custGeom>
                <a:avLst/>
                <a:gdLst/>
                <a:ahLst/>
                <a:cxnLst/>
                <a:rect r="r" b="b" t="t" l="l"/>
                <a:pathLst>
                  <a:path h="188148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188148"/>
                    </a:lnTo>
                    <a:lnTo>
                      <a:pt x="0" y="1881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878025" cy="2357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Unit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646233" y="2403358"/>
              <a:ext cx="3175000" cy="952500"/>
              <a:chOff x="0" y="0"/>
              <a:chExt cx="627160" cy="18814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27161" cy="188148"/>
              </a:xfrm>
              <a:custGeom>
                <a:avLst/>
                <a:gdLst/>
                <a:ahLst/>
                <a:cxnLst/>
                <a:rect r="r" b="b" t="t" l="l"/>
                <a:pathLst>
                  <a:path h="188148" w="627161">
                    <a:moveTo>
                      <a:pt x="0" y="0"/>
                    </a:moveTo>
                    <a:lnTo>
                      <a:pt x="627161" y="0"/>
                    </a:lnTo>
                    <a:lnTo>
                      <a:pt x="627161" y="188148"/>
                    </a:lnTo>
                    <a:lnTo>
                      <a:pt x="0" y="1881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627160" cy="2357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Integration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0800097" y="1169179"/>
              <a:ext cx="6350000" cy="3492500"/>
              <a:chOff x="0" y="0"/>
              <a:chExt cx="1254321" cy="68987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21" cy="689877"/>
              </a:xfrm>
              <a:custGeom>
                <a:avLst/>
                <a:gdLst/>
                <a:ahLst/>
                <a:cxnLst/>
                <a:rect r="r" b="b" t="t" l="l"/>
                <a:pathLst>
                  <a:path h="689877" w="1254321">
                    <a:moveTo>
                      <a:pt x="82906" y="0"/>
                    </a:moveTo>
                    <a:lnTo>
                      <a:pt x="1171415" y="0"/>
                    </a:lnTo>
                    <a:cubicBezTo>
                      <a:pt x="1193403" y="0"/>
                      <a:pt x="1214491" y="8735"/>
                      <a:pt x="1230038" y="24282"/>
                    </a:cubicBezTo>
                    <a:cubicBezTo>
                      <a:pt x="1245586" y="39830"/>
                      <a:pt x="1254321" y="60918"/>
                      <a:pt x="1254321" y="82906"/>
                    </a:cubicBezTo>
                    <a:lnTo>
                      <a:pt x="1254321" y="606971"/>
                    </a:lnTo>
                    <a:cubicBezTo>
                      <a:pt x="1254321" y="652758"/>
                      <a:pt x="1217203" y="689877"/>
                      <a:pt x="1171415" y="689877"/>
                    </a:cubicBezTo>
                    <a:lnTo>
                      <a:pt x="82906" y="689877"/>
                    </a:lnTo>
                    <a:cubicBezTo>
                      <a:pt x="60918" y="689877"/>
                      <a:pt x="39830" y="681142"/>
                      <a:pt x="24282" y="665594"/>
                    </a:cubicBezTo>
                    <a:cubicBezTo>
                      <a:pt x="8735" y="650046"/>
                      <a:pt x="0" y="628959"/>
                      <a:pt x="0" y="606971"/>
                    </a:cubicBezTo>
                    <a:lnTo>
                      <a:pt x="0" y="82906"/>
                    </a:lnTo>
                    <a:cubicBezTo>
                      <a:pt x="0" y="37118"/>
                      <a:pt x="37118" y="0"/>
                      <a:pt x="829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1254321" cy="737502"/>
              </a:xfrm>
              <a:prstGeom prst="rect">
                <a:avLst/>
              </a:prstGeom>
            </p:spPr>
            <p:txBody>
              <a:bodyPr anchor="t" rtlCol="false" tIns="127000" lIns="127000" bIns="127000" rIns="127000"/>
              <a:lstStyle/>
              <a:p>
                <a:pPr algn="l">
                  <a:lnSpc>
                    <a:spcPts val="3499"/>
                  </a:lnSpc>
                </a:pPr>
                <a:r>
                  <a:rPr lang="en-US" sz="2499" b="true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Frontend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52597" y="3482858"/>
              <a:ext cx="4445000" cy="952500"/>
              <a:chOff x="0" y="0"/>
              <a:chExt cx="878025" cy="18814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78025" cy="188148"/>
              </a:xfrm>
              <a:custGeom>
                <a:avLst/>
                <a:gdLst/>
                <a:ahLst/>
                <a:cxnLst/>
                <a:rect r="r" b="b" t="t" l="l"/>
                <a:pathLst>
                  <a:path h="188148" w="878025">
                    <a:moveTo>
                      <a:pt x="0" y="0"/>
                    </a:moveTo>
                    <a:lnTo>
                      <a:pt x="878025" y="0"/>
                    </a:lnTo>
                    <a:lnTo>
                      <a:pt x="878025" y="188148"/>
                    </a:lnTo>
                    <a:lnTo>
                      <a:pt x="0" y="1881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878025" cy="2357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Unit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2387597" y="2312179"/>
              <a:ext cx="3175000" cy="952500"/>
              <a:chOff x="0" y="0"/>
              <a:chExt cx="627160" cy="18814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27161" cy="188148"/>
              </a:xfrm>
              <a:custGeom>
                <a:avLst/>
                <a:gdLst/>
                <a:ahLst/>
                <a:cxnLst/>
                <a:rect r="r" b="b" t="t" l="l"/>
                <a:pathLst>
                  <a:path h="188148" w="627161">
                    <a:moveTo>
                      <a:pt x="0" y="0"/>
                    </a:moveTo>
                    <a:lnTo>
                      <a:pt x="627161" y="0"/>
                    </a:lnTo>
                    <a:lnTo>
                      <a:pt x="627161" y="188148"/>
                    </a:lnTo>
                    <a:lnTo>
                      <a:pt x="0" y="188148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627160" cy="2357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Integration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06465" y="2057400"/>
            <a:ext cx="4190023" cy="3086100"/>
            <a:chOff x="0" y="0"/>
            <a:chExt cx="5586697" cy="4114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5586697" cy="4114800"/>
              <a:chOff x="0" y="0"/>
              <a:chExt cx="1103545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0354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3545">
                    <a:moveTo>
                      <a:pt x="18477" y="0"/>
                    </a:moveTo>
                    <a:lnTo>
                      <a:pt x="1085068" y="0"/>
                    </a:lnTo>
                    <a:cubicBezTo>
                      <a:pt x="1089969" y="0"/>
                      <a:pt x="1094668" y="1947"/>
                      <a:pt x="1098133" y="5412"/>
                    </a:cubicBezTo>
                    <a:cubicBezTo>
                      <a:pt x="1101598" y="8877"/>
                      <a:pt x="1103545" y="13577"/>
                      <a:pt x="1103545" y="18477"/>
                    </a:cubicBezTo>
                    <a:lnTo>
                      <a:pt x="1103545" y="794323"/>
                    </a:lnTo>
                    <a:cubicBezTo>
                      <a:pt x="1103545" y="804528"/>
                      <a:pt x="1095273" y="812800"/>
                      <a:pt x="1085068" y="812800"/>
                    </a:cubicBezTo>
                    <a:lnTo>
                      <a:pt x="18477" y="812800"/>
                    </a:lnTo>
                    <a:cubicBezTo>
                      <a:pt x="8272" y="812800"/>
                      <a:pt x="0" y="804528"/>
                      <a:pt x="0" y="794323"/>
                    </a:cubicBezTo>
                    <a:lnTo>
                      <a:pt x="0" y="18477"/>
                    </a:lnTo>
                    <a:cubicBezTo>
                      <a:pt x="0" y="8272"/>
                      <a:pt x="8272" y="0"/>
                      <a:pt x="18477" y="0"/>
                    </a:cubicBez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03545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b="true" sz="24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Security</a:t>
                </a: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2158349" y="254000"/>
              <a:ext cx="1270000" cy="1419715"/>
            </a:xfrm>
            <a:custGeom>
              <a:avLst/>
              <a:gdLst/>
              <a:ahLst/>
              <a:cxnLst/>
              <a:rect r="r" b="b" t="t" l="l"/>
              <a:pathLst>
                <a:path h="1419715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419715"/>
                  </a:lnTo>
                  <a:lnTo>
                    <a:pt x="0" y="1419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91512" y="6096000"/>
            <a:ext cx="4190023" cy="3086100"/>
            <a:chOff x="0" y="0"/>
            <a:chExt cx="5586697" cy="4114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586697" cy="4114800"/>
              <a:chOff x="0" y="0"/>
              <a:chExt cx="1103545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0354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3545">
                    <a:moveTo>
                      <a:pt x="18477" y="0"/>
                    </a:moveTo>
                    <a:lnTo>
                      <a:pt x="1085068" y="0"/>
                    </a:lnTo>
                    <a:cubicBezTo>
                      <a:pt x="1089969" y="0"/>
                      <a:pt x="1094668" y="1947"/>
                      <a:pt x="1098133" y="5412"/>
                    </a:cubicBezTo>
                    <a:cubicBezTo>
                      <a:pt x="1101598" y="8877"/>
                      <a:pt x="1103545" y="13577"/>
                      <a:pt x="1103545" y="18477"/>
                    </a:cubicBezTo>
                    <a:lnTo>
                      <a:pt x="1103545" y="794323"/>
                    </a:lnTo>
                    <a:cubicBezTo>
                      <a:pt x="1103545" y="804528"/>
                      <a:pt x="1095273" y="812800"/>
                      <a:pt x="1085068" y="812800"/>
                    </a:cubicBezTo>
                    <a:lnTo>
                      <a:pt x="18477" y="812800"/>
                    </a:lnTo>
                    <a:cubicBezTo>
                      <a:pt x="8272" y="812800"/>
                      <a:pt x="0" y="804528"/>
                      <a:pt x="0" y="794323"/>
                    </a:cubicBezTo>
                    <a:lnTo>
                      <a:pt x="0" y="18477"/>
                    </a:lnTo>
                    <a:cubicBezTo>
                      <a:pt x="0" y="8272"/>
                      <a:pt x="8272" y="0"/>
                      <a:pt x="18477" y="0"/>
                    </a:cubicBez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1103545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b="true" sz="24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Reporting</a:t>
                </a: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2158349" y="227272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048988" y="6096000"/>
            <a:ext cx="4190023" cy="3086100"/>
            <a:chOff x="0" y="0"/>
            <a:chExt cx="5586697" cy="4114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586697" cy="4114800"/>
              <a:chOff x="0" y="0"/>
              <a:chExt cx="1103545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0354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3545">
                    <a:moveTo>
                      <a:pt x="18477" y="0"/>
                    </a:moveTo>
                    <a:lnTo>
                      <a:pt x="1085068" y="0"/>
                    </a:lnTo>
                    <a:cubicBezTo>
                      <a:pt x="1089969" y="0"/>
                      <a:pt x="1094668" y="1947"/>
                      <a:pt x="1098133" y="5412"/>
                    </a:cubicBezTo>
                    <a:cubicBezTo>
                      <a:pt x="1101598" y="8877"/>
                      <a:pt x="1103545" y="13577"/>
                      <a:pt x="1103545" y="18477"/>
                    </a:cubicBezTo>
                    <a:lnTo>
                      <a:pt x="1103545" y="794323"/>
                    </a:lnTo>
                    <a:cubicBezTo>
                      <a:pt x="1103545" y="804528"/>
                      <a:pt x="1095273" y="812800"/>
                      <a:pt x="1085068" y="812800"/>
                    </a:cubicBezTo>
                    <a:lnTo>
                      <a:pt x="18477" y="812800"/>
                    </a:lnTo>
                    <a:cubicBezTo>
                      <a:pt x="8272" y="812800"/>
                      <a:pt x="0" y="804528"/>
                      <a:pt x="0" y="794323"/>
                    </a:cubicBezTo>
                    <a:lnTo>
                      <a:pt x="0" y="18477"/>
                    </a:lnTo>
                    <a:cubicBezTo>
                      <a:pt x="0" y="8272"/>
                      <a:pt x="8272" y="0"/>
                      <a:pt x="18477" y="0"/>
                    </a:cubicBez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103545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b="true" sz="24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CI/CD-Integration</a:t>
                </a: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2158349" y="254000"/>
              <a:ext cx="1270000" cy="1291128"/>
            </a:xfrm>
            <a:custGeom>
              <a:avLst/>
              <a:gdLst/>
              <a:ahLst/>
              <a:cxnLst/>
              <a:rect r="r" b="b" t="t" l="l"/>
              <a:pathLst>
                <a:path h="1291128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91128"/>
                  </a:lnTo>
                  <a:lnTo>
                    <a:pt x="0" y="1291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191512" y="2057400"/>
            <a:ext cx="4190023" cy="3086100"/>
            <a:chOff x="0" y="0"/>
            <a:chExt cx="5586697" cy="41148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586697" cy="4114800"/>
              <a:chOff x="0" y="0"/>
              <a:chExt cx="1103545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0354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3545">
                    <a:moveTo>
                      <a:pt x="18477" y="0"/>
                    </a:moveTo>
                    <a:lnTo>
                      <a:pt x="1085068" y="0"/>
                    </a:lnTo>
                    <a:cubicBezTo>
                      <a:pt x="1089969" y="0"/>
                      <a:pt x="1094668" y="1947"/>
                      <a:pt x="1098133" y="5412"/>
                    </a:cubicBezTo>
                    <a:cubicBezTo>
                      <a:pt x="1101598" y="8877"/>
                      <a:pt x="1103545" y="13577"/>
                      <a:pt x="1103545" y="18477"/>
                    </a:cubicBezTo>
                    <a:lnTo>
                      <a:pt x="1103545" y="794323"/>
                    </a:lnTo>
                    <a:cubicBezTo>
                      <a:pt x="1103545" y="804528"/>
                      <a:pt x="1095273" y="812800"/>
                      <a:pt x="1085068" y="812800"/>
                    </a:cubicBezTo>
                    <a:lnTo>
                      <a:pt x="18477" y="812800"/>
                    </a:lnTo>
                    <a:cubicBezTo>
                      <a:pt x="8272" y="812800"/>
                      <a:pt x="0" y="804528"/>
                      <a:pt x="0" y="794323"/>
                    </a:cubicBezTo>
                    <a:lnTo>
                      <a:pt x="0" y="18477"/>
                    </a:lnTo>
                    <a:cubicBezTo>
                      <a:pt x="0" y="8272"/>
                      <a:pt x="8272" y="0"/>
                      <a:pt x="18477" y="0"/>
                    </a:cubicBez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103545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b="true" sz="24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Code-Qualität</a:t>
                </a: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158349" y="254000"/>
              <a:ext cx="1270000" cy="1212273"/>
            </a:xfrm>
            <a:custGeom>
              <a:avLst/>
              <a:gdLst/>
              <a:ahLst/>
              <a:cxnLst/>
              <a:rect r="r" b="b" t="t" l="l"/>
              <a:pathLst>
                <a:path h="1212273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12273"/>
                  </a:lnTo>
                  <a:lnTo>
                    <a:pt x="0" y="1212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06465" y="6096000"/>
            <a:ext cx="4190023" cy="3086100"/>
            <a:chOff x="0" y="0"/>
            <a:chExt cx="5586697" cy="41148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586697" cy="4114800"/>
              <a:chOff x="0" y="0"/>
              <a:chExt cx="1103545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0354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3545">
                    <a:moveTo>
                      <a:pt x="18477" y="0"/>
                    </a:moveTo>
                    <a:lnTo>
                      <a:pt x="1085068" y="0"/>
                    </a:lnTo>
                    <a:cubicBezTo>
                      <a:pt x="1089969" y="0"/>
                      <a:pt x="1094668" y="1947"/>
                      <a:pt x="1098133" y="5412"/>
                    </a:cubicBezTo>
                    <a:cubicBezTo>
                      <a:pt x="1101598" y="8877"/>
                      <a:pt x="1103545" y="13577"/>
                      <a:pt x="1103545" y="18477"/>
                    </a:cubicBezTo>
                    <a:lnTo>
                      <a:pt x="1103545" y="794323"/>
                    </a:lnTo>
                    <a:cubicBezTo>
                      <a:pt x="1103545" y="804528"/>
                      <a:pt x="1095273" y="812800"/>
                      <a:pt x="1085068" y="812800"/>
                    </a:cubicBezTo>
                    <a:lnTo>
                      <a:pt x="18477" y="812800"/>
                    </a:lnTo>
                    <a:cubicBezTo>
                      <a:pt x="8272" y="812800"/>
                      <a:pt x="0" y="804528"/>
                      <a:pt x="0" y="794323"/>
                    </a:cubicBezTo>
                    <a:lnTo>
                      <a:pt x="0" y="18477"/>
                    </a:lnTo>
                    <a:cubicBezTo>
                      <a:pt x="0" y="8272"/>
                      <a:pt x="8272" y="0"/>
                      <a:pt x="18477" y="0"/>
                    </a:cubicBez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1103545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b="true" sz="24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Multi-Language Support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056749" y="762000"/>
              <a:ext cx="1270000" cy="825500"/>
              <a:chOff x="0" y="0"/>
              <a:chExt cx="250864" cy="16306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22055" y="12047"/>
                <a:ext cx="206755" cy="138967"/>
              </a:xfrm>
              <a:custGeom>
                <a:avLst/>
                <a:gdLst/>
                <a:ahLst/>
                <a:cxnLst/>
                <a:rect r="r" b="b" t="t" l="l"/>
                <a:pathLst>
                  <a:path h="138967" w="206755">
                    <a:moveTo>
                      <a:pt x="137451" y="10101"/>
                    </a:moveTo>
                    <a:lnTo>
                      <a:pt x="194735" y="47336"/>
                    </a:lnTo>
                    <a:cubicBezTo>
                      <a:pt x="202232" y="52208"/>
                      <a:pt x="206754" y="60543"/>
                      <a:pt x="206754" y="69484"/>
                    </a:cubicBezTo>
                    <a:cubicBezTo>
                      <a:pt x="206754" y="78425"/>
                      <a:pt x="202232" y="86759"/>
                      <a:pt x="194735" y="91632"/>
                    </a:cubicBezTo>
                    <a:lnTo>
                      <a:pt x="137451" y="128866"/>
                    </a:lnTo>
                    <a:cubicBezTo>
                      <a:pt x="116731" y="142334"/>
                      <a:pt x="90023" y="142334"/>
                      <a:pt x="69303" y="128866"/>
                    </a:cubicBezTo>
                    <a:lnTo>
                      <a:pt x="12019" y="91632"/>
                    </a:lnTo>
                    <a:cubicBezTo>
                      <a:pt x="4523" y="86759"/>
                      <a:pt x="0" y="78425"/>
                      <a:pt x="0" y="69484"/>
                    </a:cubicBezTo>
                    <a:cubicBezTo>
                      <a:pt x="0" y="60543"/>
                      <a:pt x="4523" y="52208"/>
                      <a:pt x="12019" y="47336"/>
                    </a:cubicBezTo>
                    <a:lnTo>
                      <a:pt x="69303" y="10101"/>
                    </a:lnTo>
                    <a:cubicBezTo>
                      <a:pt x="90023" y="-3367"/>
                      <a:pt x="116731" y="-3367"/>
                      <a:pt x="137451" y="10101"/>
                    </a:cubicBezTo>
                    <a:close/>
                  </a:path>
                </a:pathLst>
              </a:custGeom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43117" y="-19599"/>
                <a:ext cx="164630" cy="1546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056749" y="508000"/>
              <a:ext cx="1270000" cy="825500"/>
              <a:chOff x="0" y="0"/>
              <a:chExt cx="250864" cy="16306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22055" y="12047"/>
                <a:ext cx="206755" cy="138967"/>
              </a:xfrm>
              <a:custGeom>
                <a:avLst/>
                <a:gdLst/>
                <a:ahLst/>
                <a:cxnLst/>
                <a:rect r="r" b="b" t="t" l="l"/>
                <a:pathLst>
                  <a:path h="138967" w="206755">
                    <a:moveTo>
                      <a:pt x="137451" y="10101"/>
                    </a:moveTo>
                    <a:lnTo>
                      <a:pt x="194735" y="47336"/>
                    </a:lnTo>
                    <a:cubicBezTo>
                      <a:pt x="202232" y="52208"/>
                      <a:pt x="206754" y="60543"/>
                      <a:pt x="206754" y="69484"/>
                    </a:cubicBezTo>
                    <a:cubicBezTo>
                      <a:pt x="206754" y="78425"/>
                      <a:pt x="202232" y="86759"/>
                      <a:pt x="194735" y="91632"/>
                    </a:cubicBezTo>
                    <a:lnTo>
                      <a:pt x="137451" y="128866"/>
                    </a:lnTo>
                    <a:cubicBezTo>
                      <a:pt x="116731" y="142334"/>
                      <a:pt x="90023" y="142334"/>
                      <a:pt x="69303" y="128866"/>
                    </a:cubicBezTo>
                    <a:lnTo>
                      <a:pt x="12019" y="91632"/>
                    </a:lnTo>
                    <a:cubicBezTo>
                      <a:pt x="4523" y="86759"/>
                      <a:pt x="0" y="78425"/>
                      <a:pt x="0" y="69484"/>
                    </a:cubicBezTo>
                    <a:cubicBezTo>
                      <a:pt x="0" y="60543"/>
                      <a:pt x="4523" y="52208"/>
                      <a:pt x="12019" y="47336"/>
                    </a:cubicBezTo>
                    <a:lnTo>
                      <a:pt x="69303" y="10101"/>
                    </a:lnTo>
                    <a:cubicBezTo>
                      <a:pt x="90023" y="-3367"/>
                      <a:pt x="116731" y="-3367"/>
                      <a:pt x="137451" y="10101"/>
                    </a:cubicBezTo>
                    <a:close/>
                  </a:path>
                </a:pathLst>
              </a:custGeom>
              <a:solidFill>
                <a:srgbClr val="FAFAFA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43117" y="-19599"/>
                <a:ext cx="164630" cy="1546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056749" y="254000"/>
              <a:ext cx="1270000" cy="825500"/>
              <a:chOff x="0" y="0"/>
              <a:chExt cx="250864" cy="16306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22055" y="12047"/>
                <a:ext cx="206755" cy="138967"/>
              </a:xfrm>
              <a:custGeom>
                <a:avLst/>
                <a:gdLst/>
                <a:ahLst/>
                <a:cxnLst/>
                <a:rect r="r" b="b" t="t" l="l"/>
                <a:pathLst>
                  <a:path h="138967" w="206755">
                    <a:moveTo>
                      <a:pt x="137451" y="10101"/>
                    </a:moveTo>
                    <a:lnTo>
                      <a:pt x="194735" y="47336"/>
                    </a:lnTo>
                    <a:cubicBezTo>
                      <a:pt x="202232" y="52208"/>
                      <a:pt x="206754" y="60543"/>
                      <a:pt x="206754" y="69484"/>
                    </a:cubicBezTo>
                    <a:cubicBezTo>
                      <a:pt x="206754" y="78425"/>
                      <a:pt x="202232" y="86759"/>
                      <a:pt x="194735" y="91632"/>
                    </a:cubicBezTo>
                    <a:lnTo>
                      <a:pt x="137451" y="128866"/>
                    </a:lnTo>
                    <a:cubicBezTo>
                      <a:pt x="116731" y="142334"/>
                      <a:pt x="90023" y="142334"/>
                      <a:pt x="69303" y="128866"/>
                    </a:cubicBezTo>
                    <a:lnTo>
                      <a:pt x="12019" y="91632"/>
                    </a:lnTo>
                    <a:cubicBezTo>
                      <a:pt x="4523" y="86759"/>
                      <a:pt x="0" y="78425"/>
                      <a:pt x="0" y="69484"/>
                    </a:cubicBezTo>
                    <a:cubicBezTo>
                      <a:pt x="0" y="60543"/>
                      <a:pt x="4523" y="52208"/>
                      <a:pt x="12019" y="47336"/>
                    </a:cubicBezTo>
                    <a:lnTo>
                      <a:pt x="69303" y="10101"/>
                    </a:lnTo>
                    <a:cubicBezTo>
                      <a:pt x="90023" y="-3367"/>
                      <a:pt x="116731" y="-3367"/>
                      <a:pt x="137451" y="10101"/>
                    </a:cubicBezTo>
                    <a:close/>
                  </a:path>
                </a:pathLst>
              </a:custGeom>
              <a:solidFill>
                <a:srgbClr val="FAFAFA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43117" y="-19599"/>
                <a:ext cx="164630" cy="1546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sp>
        <p:nvSpPr>
          <p:cNvPr name="TextBox 38" id="38"/>
          <p:cNvSpPr txBox="true"/>
          <p:nvPr/>
        </p:nvSpPr>
        <p:spPr>
          <a:xfrm rot="0">
            <a:off x="310154" y="585786"/>
            <a:ext cx="327957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Sonarqube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048988" y="2057400"/>
            <a:ext cx="4190023" cy="3086100"/>
            <a:chOff x="0" y="0"/>
            <a:chExt cx="5586697" cy="41148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5586697" cy="4114800"/>
              <a:chOff x="0" y="0"/>
              <a:chExt cx="1103545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0354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3545">
                    <a:moveTo>
                      <a:pt x="18477" y="0"/>
                    </a:moveTo>
                    <a:lnTo>
                      <a:pt x="1085068" y="0"/>
                    </a:lnTo>
                    <a:cubicBezTo>
                      <a:pt x="1089969" y="0"/>
                      <a:pt x="1094668" y="1947"/>
                      <a:pt x="1098133" y="5412"/>
                    </a:cubicBezTo>
                    <a:cubicBezTo>
                      <a:pt x="1101598" y="8877"/>
                      <a:pt x="1103545" y="13577"/>
                      <a:pt x="1103545" y="18477"/>
                    </a:cubicBezTo>
                    <a:lnTo>
                      <a:pt x="1103545" y="794323"/>
                    </a:lnTo>
                    <a:cubicBezTo>
                      <a:pt x="1103545" y="804528"/>
                      <a:pt x="1095273" y="812800"/>
                      <a:pt x="1085068" y="812800"/>
                    </a:cubicBezTo>
                    <a:lnTo>
                      <a:pt x="18477" y="812800"/>
                    </a:lnTo>
                    <a:cubicBezTo>
                      <a:pt x="8272" y="812800"/>
                      <a:pt x="0" y="804528"/>
                      <a:pt x="0" y="794323"/>
                    </a:cubicBezTo>
                    <a:lnTo>
                      <a:pt x="0" y="18477"/>
                    </a:lnTo>
                    <a:cubicBezTo>
                      <a:pt x="0" y="8272"/>
                      <a:pt x="8272" y="0"/>
                      <a:pt x="18477" y="0"/>
                    </a:cubicBez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1103545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b="true" sz="24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Quality Gates</a:t>
                </a: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2158349" y="254000"/>
              <a:ext cx="127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240899" y="323850"/>
              <a:ext cx="952500" cy="723900"/>
            </a:xfrm>
            <a:custGeom>
              <a:avLst/>
              <a:gdLst/>
              <a:ahLst/>
              <a:cxnLst/>
              <a:rect r="r" b="b" t="t" l="l"/>
              <a:pathLst>
                <a:path h="7239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5030">
            <a:off x="366872" y="6415323"/>
            <a:ext cx="6484380" cy="6484380"/>
          </a:xfrm>
          <a:custGeom>
            <a:avLst/>
            <a:gdLst/>
            <a:ahLst/>
            <a:cxnLst/>
            <a:rect r="r" b="b" t="t" l="l"/>
            <a:pathLst>
              <a:path h="6484380" w="6484380">
                <a:moveTo>
                  <a:pt x="0" y="0"/>
                </a:moveTo>
                <a:lnTo>
                  <a:pt x="6484381" y="0"/>
                </a:lnTo>
                <a:lnTo>
                  <a:pt x="6484381" y="6484381"/>
                </a:lnTo>
                <a:lnTo>
                  <a:pt x="0" y="648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4097" y="0"/>
            <a:ext cx="15979806" cy="10287000"/>
          </a:xfrm>
          <a:custGeom>
            <a:avLst/>
            <a:gdLst/>
            <a:ahLst/>
            <a:cxnLst/>
            <a:rect r="r" b="b" t="t" l="l"/>
            <a:pathLst>
              <a:path h="10287000" w="15979806">
                <a:moveTo>
                  <a:pt x="0" y="0"/>
                </a:moveTo>
                <a:lnTo>
                  <a:pt x="15979806" y="0"/>
                </a:lnTo>
                <a:lnTo>
                  <a:pt x="159798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5030">
            <a:off x="366872" y="6415323"/>
            <a:ext cx="6484380" cy="6484380"/>
          </a:xfrm>
          <a:custGeom>
            <a:avLst/>
            <a:gdLst/>
            <a:ahLst/>
            <a:cxnLst/>
            <a:rect r="r" b="b" t="t" l="l"/>
            <a:pathLst>
              <a:path h="6484380" w="6484380">
                <a:moveTo>
                  <a:pt x="0" y="0"/>
                </a:moveTo>
                <a:lnTo>
                  <a:pt x="6484381" y="0"/>
                </a:lnTo>
                <a:lnTo>
                  <a:pt x="6484381" y="6484381"/>
                </a:lnTo>
                <a:lnTo>
                  <a:pt x="0" y="648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89720" y="602375"/>
            <a:ext cx="7708560" cy="9082251"/>
          </a:xfrm>
          <a:custGeom>
            <a:avLst/>
            <a:gdLst/>
            <a:ahLst/>
            <a:cxnLst/>
            <a:rect r="r" b="b" t="t" l="l"/>
            <a:pathLst>
              <a:path h="9082251" w="7708560">
                <a:moveTo>
                  <a:pt x="0" y="0"/>
                </a:moveTo>
                <a:lnTo>
                  <a:pt x="7708560" y="0"/>
                </a:lnTo>
                <a:lnTo>
                  <a:pt x="7708560" y="9082250"/>
                </a:lnTo>
                <a:lnTo>
                  <a:pt x="0" y="9082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0" y="343331"/>
            <a:ext cx="3899884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Correct Guess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5030">
            <a:off x="366872" y="6415323"/>
            <a:ext cx="6484380" cy="6484380"/>
          </a:xfrm>
          <a:custGeom>
            <a:avLst/>
            <a:gdLst/>
            <a:ahLst/>
            <a:cxnLst/>
            <a:rect r="r" b="b" t="t" l="l"/>
            <a:pathLst>
              <a:path h="6484380" w="6484380">
                <a:moveTo>
                  <a:pt x="0" y="0"/>
                </a:moveTo>
                <a:lnTo>
                  <a:pt x="6484381" y="0"/>
                </a:lnTo>
                <a:lnTo>
                  <a:pt x="6484381" y="6484381"/>
                </a:lnTo>
                <a:lnTo>
                  <a:pt x="0" y="648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57917" y="615931"/>
            <a:ext cx="8772166" cy="9055139"/>
          </a:xfrm>
          <a:custGeom>
            <a:avLst/>
            <a:gdLst/>
            <a:ahLst/>
            <a:cxnLst/>
            <a:rect r="r" b="b" t="t" l="l"/>
            <a:pathLst>
              <a:path h="9055139" w="8772166">
                <a:moveTo>
                  <a:pt x="0" y="0"/>
                </a:moveTo>
                <a:lnTo>
                  <a:pt x="8772166" y="0"/>
                </a:lnTo>
                <a:lnTo>
                  <a:pt x="8772166" y="9055138"/>
                </a:lnTo>
                <a:lnTo>
                  <a:pt x="0" y="9055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0" y="343331"/>
            <a:ext cx="3899884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Incorrect Guess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585786"/>
            <a:ext cx="3899884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Backend Tests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9114" y="3817794"/>
            <a:ext cx="15856818" cy="60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Unit Tests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Integrationstests</a:t>
            </a:r>
          </a:p>
          <a:p>
            <a:pPr algn="l" marL="2018745" indent="-672915" lvl="2">
              <a:lnSpc>
                <a:spcPts val="5282"/>
              </a:lnSpc>
              <a:buFont typeface="Arial"/>
              <a:buChar char="⚬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 Test Postgres-Container</a:t>
            </a:r>
          </a:p>
          <a:p>
            <a:pPr algn="l" marL="2018745" indent="-672915" lvl="2">
              <a:lnSpc>
                <a:spcPts val="5282"/>
              </a:lnSpc>
              <a:buFont typeface="Arial"/>
              <a:buChar char="⚬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 flag_cache.load Mock </a:t>
            </a:r>
          </a:p>
          <a:p>
            <a:pPr algn="l" marL="2018745" indent="-672915" lvl="2">
              <a:lnSpc>
                <a:spcPts val="5282"/>
              </a:lnSpc>
              <a:buFont typeface="Arial"/>
              <a:buChar char="⚬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Security: XXS, SQL-Injection, Password + Username, JWT, Session ID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Architekturtests:</a:t>
            </a:r>
          </a:p>
          <a:p>
            <a:pPr algn="l" marL="2018745" indent="-672915" lvl="2">
              <a:lnSpc>
                <a:spcPts val="5282"/>
              </a:lnSpc>
              <a:buFont typeface="Arial"/>
              <a:buChar char="⚬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pytestarch</a:t>
            </a:r>
          </a:p>
          <a:p>
            <a:pPr algn="l" marL="2018745" indent="-672915" lvl="2">
              <a:lnSpc>
                <a:spcPts val="5282"/>
              </a:lnSpc>
              <a:buFont typeface="Arial"/>
              <a:buChar char="⚬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Services importieren DB, Routers nicht</a:t>
            </a:r>
          </a:p>
          <a:p>
            <a:pPr algn="l" marL="2018745" indent="-672915" lvl="2">
              <a:lnSpc>
                <a:spcPts val="5282"/>
              </a:lnSpc>
              <a:buFont typeface="Arial"/>
              <a:buChar char="⚬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DB importiert Router nicht, Router keine DB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1106" y="585786"/>
            <a:ext cx="279767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Frontend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9114" y="3817794"/>
            <a:ext cx="5188446" cy="267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Vue.js + TypeScript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Vite Dev + Build Tools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nginx + docker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Headless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5030">
            <a:off x="366872" y="6415323"/>
            <a:ext cx="6484380" cy="6484380"/>
          </a:xfrm>
          <a:custGeom>
            <a:avLst/>
            <a:gdLst/>
            <a:ahLst/>
            <a:cxnLst/>
            <a:rect r="r" b="b" t="t" l="l"/>
            <a:pathLst>
              <a:path h="6484380" w="6484380">
                <a:moveTo>
                  <a:pt x="0" y="0"/>
                </a:moveTo>
                <a:lnTo>
                  <a:pt x="6484381" y="0"/>
                </a:lnTo>
                <a:lnTo>
                  <a:pt x="6484381" y="6484381"/>
                </a:lnTo>
                <a:lnTo>
                  <a:pt x="0" y="648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64465" y="0"/>
            <a:ext cx="12663637" cy="10210058"/>
          </a:xfrm>
          <a:custGeom>
            <a:avLst/>
            <a:gdLst/>
            <a:ahLst/>
            <a:cxnLst/>
            <a:rect r="r" b="b" t="t" l="l"/>
            <a:pathLst>
              <a:path h="10210058" w="12663637">
                <a:moveTo>
                  <a:pt x="0" y="0"/>
                </a:moveTo>
                <a:lnTo>
                  <a:pt x="12663637" y="0"/>
                </a:lnTo>
                <a:lnTo>
                  <a:pt x="12663637" y="10210058"/>
                </a:lnTo>
                <a:lnTo>
                  <a:pt x="0" y="102100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04285">
            <a:off x="12288646" y="-1629800"/>
            <a:ext cx="4813100" cy="5380498"/>
          </a:xfrm>
          <a:custGeom>
            <a:avLst/>
            <a:gdLst/>
            <a:ahLst/>
            <a:cxnLst/>
            <a:rect r="r" b="b" t="t" l="l"/>
            <a:pathLst>
              <a:path h="5380498" w="4813100">
                <a:moveTo>
                  <a:pt x="0" y="0"/>
                </a:moveTo>
                <a:lnTo>
                  <a:pt x="4813099" y="0"/>
                </a:lnTo>
                <a:lnTo>
                  <a:pt x="4813099" y="5380497"/>
                </a:lnTo>
                <a:lnTo>
                  <a:pt x="0" y="538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5479" y="6571414"/>
            <a:ext cx="6453821" cy="6172200"/>
          </a:xfrm>
          <a:custGeom>
            <a:avLst/>
            <a:gdLst/>
            <a:ahLst/>
            <a:cxnLst/>
            <a:rect r="r" b="b" t="t" l="l"/>
            <a:pathLst>
              <a:path h="6172200" w="6453821">
                <a:moveTo>
                  <a:pt x="0" y="0"/>
                </a:moveTo>
                <a:lnTo>
                  <a:pt x="6453821" y="0"/>
                </a:lnTo>
                <a:lnTo>
                  <a:pt x="645382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2993">
            <a:off x="-1339506" y="-1175120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6" y="0"/>
                </a:lnTo>
                <a:lnTo>
                  <a:pt x="65788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585786"/>
            <a:ext cx="3899884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Frontend Tests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9114" y="3817794"/>
            <a:ext cx="7933730" cy="401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Unit/Component/Integration Tests</a:t>
            </a:r>
          </a:p>
          <a:p>
            <a:pPr algn="l" marL="2018745" indent="-672915" lvl="2">
              <a:lnSpc>
                <a:spcPts val="5282"/>
              </a:lnSpc>
              <a:buFont typeface="Arial"/>
              <a:buChar char="⚬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API mock (fetchMock)</a:t>
            </a:r>
          </a:p>
          <a:p>
            <a:pPr algn="l" marL="1009372" indent="-504686" lvl="1">
              <a:lnSpc>
                <a:spcPts val="5282"/>
              </a:lnSpc>
              <a:buFont typeface="Arial"/>
              <a:buChar char="•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E2E Tests mit Playwright</a:t>
            </a:r>
          </a:p>
          <a:p>
            <a:pPr algn="l" marL="2018745" indent="-672915" lvl="2">
              <a:lnSpc>
                <a:spcPts val="5282"/>
              </a:lnSpc>
              <a:buFont typeface="Arial"/>
              <a:buChar char="⚬"/>
            </a:pPr>
            <a:r>
              <a:rPr lang="en-US" sz="4675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Game/Auth/Smoke</a:t>
            </a:r>
          </a:p>
          <a:p>
            <a:pPr algn="l">
              <a:lnSpc>
                <a:spcPts val="5282"/>
              </a:lnSpc>
            </a:pPr>
          </a:p>
          <a:p>
            <a:pPr algn="l">
              <a:lnSpc>
                <a:spcPts val="528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DAHMobgXlfg</dc:identifier>
  <dcterms:modified xsi:type="dcterms:W3CDTF">2011-08-01T06:04:30Z</dcterms:modified>
  <cp:revision>1</cp:revision>
  <dc:title>SQS FWF</dc:title>
</cp:coreProperties>
</file>